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720" y="1097280"/>
            <a:ext cx="3383280" cy="457200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45720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PROPOSAL SUMMARY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Audience:</a:t>
            </a:r>
            <a:br/>
            <a:r>
              <a:t>Smart Village Management, Egypt</a:t>
            </a:r>
            <a:br/>
            <a:br/>
            <a:r>
              <a:t>• Focus:</a:t>
            </a:r>
            <a:br/>
            <a:r>
              <a:t>Corporate Mobility &amp; Operational Optimization</a:t>
            </a:r>
            <a:br/>
            <a:br/>
            <a:r>
              <a:t>• Core Model:</a:t>
            </a:r>
            <a:br/>
            <a:r>
              <a:t>Complementary to Existing Leased Parking Framework</a:t>
            </a:r>
            <a:br/>
            <a:br/>
            <a:r>
              <a:t>• Engagement:</a:t>
            </a:r>
            <a:br/>
            <a:r>
              <a:t>Exploratory Strategic Collaboration &amp; Pilot Initiative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4114800" cy="384048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sz="1050" b="1">
                <a:solidFill>
                  <a:srgbClr val="06B6D4"/>
                </a:solidFill>
              </a:defRPr>
            </a:pPr>
            <a:r>
              <a:t>STRATEGIC PARTNERSHIP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94944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Calibri"/>
              </a:defRPr>
            </a:pPr>
            <a:r>
              <a:t>Park &amp; Go</a:t>
            </a:r>
          </a:p>
          <a:p>
            <a:pPr>
              <a:defRPr sz="2200" b="1">
                <a:solidFill>
                  <a:srgbClr val="3B82F6"/>
                </a:solidFill>
                <a:latin typeface="Calibri"/>
              </a:defRPr>
            </a:pPr>
            <a:r>
              <a:t>Smart Parking, Smarter Opportunities.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Introducing a smart digital mobility platform tailored for Egypt's leading business communities—engineered to elevate parking convenience, enhance operational visibility, and unlock new value from existing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34840"/>
            <a:ext cx="6949440" cy="1234440"/>
          </a:xfrm>
          <a:prstGeom prst="rect">
            <a:avLst/>
          </a:prstGeom>
          <a:solidFill>
            <a:srgbClr val="1620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PREPARED FOR: Smart Village Management, Giza, Egypt</a:t>
            </a:r>
          </a:p>
          <a:p>
            <a:pPr>
              <a:defRPr sz="1150" b="1">
                <a:solidFill>
                  <a:srgbClr val="3B82F6"/>
                </a:solidFill>
              </a:defRPr>
            </a:pPr>
            <a:r>
              <a:t>PRESENTED BY: Loay Khaled — Founder, Park &amp; Go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PURPOSE: Strategic Exploration &amp; Mutually Beneficial Partnership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Park &amp; Go  |  Strategic Partnership Proposal — Smart Village, Egypt               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3108960" cy="329184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02. THE MARKET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Corporate Mobility Opportunity</a:t>
            </a:r>
          </a:p>
          <a:p>
            <a:pPr>
              <a:defRPr sz="1350">
                <a:solidFill>
                  <a:srgbClr val="94A3B8"/>
                </a:solidFill>
                <a:latin typeface="Calibri"/>
              </a:defRPr>
            </a:pPr>
            <a:r>
              <a:t>Unlocking greater efficiency, convenience, and visibility from high-density corporate parking assets.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3364992" cy="3749039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74320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PILLAR 01  •  CAPACITY OPTIMIZATION</a:t>
            </a:r>
          </a:p>
          <a:p>
            <a:pPr>
              <a:defRPr sz="1650" b="1">
                <a:solidFill>
                  <a:srgbClr val="FFFFFF"/>
                </a:solidFill>
              </a:defRPr>
            </a:pPr>
            <a:r>
              <a:t>Optimized Space Utilization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 Corporate campuses experience dynamic occupancy surges between tenant staff, commercial guests, and event visitors.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 Digital management bridges the gap between peak morning arrivals and mid-day meeting turnovers.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 Maximizes the productive utility of available bays without altering allocated lease spaces.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148840"/>
            <a:ext cx="914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07408" y="2148840"/>
            <a:ext cx="3364992" cy="3749039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74320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PILLAR 02  •  EXECUTIVE CONVENIENCE</a:t>
            </a:r>
          </a:p>
          <a:p>
            <a:pPr>
              <a:defRPr sz="1650" b="1">
                <a:solidFill>
                  <a:srgbClr val="FFFFFF"/>
                </a:solidFill>
              </a:defRPr>
            </a:pPr>
            <a:r>
              <a:t>Elevated Tenant &amp; Visitor Experience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 Parking is the primary physical touchpoint for every C-level executive, employee, and multinational client entering the campus.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 Frictionless digital navigation and coordination save valuable business hours previously lost to circling.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 Directly reinforces Smart Village's reputation as a world-class, premium business destination.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1728" y="2148840"/>
            <a:ext cx="914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83296" y="2148840"/>
            <a:ext cx="3364992" cy="3749039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74320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PILLAR 03  •  CAMPUS INTELLIGENCE</a:t>
            </a:r>
          </a:p>
          <a:p>
            <a:pPr>
              <a:defRPr sz="1650" b="1">
                <a:solidFill>
                  <a:srgbClr val="FFFFFF"/>
                </a:solidFill>
              </a:defRPr>
            </a:pPr>
            <a:r>
              <a:t>Operational Visibility &amp; Data Insight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 Traditional parking models often operate with limited real-time data on actual utilization patterns and peak flow hours.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 Smart digital coordination delivers comprehensive operational transparency across all facility zones.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 Empowers leadership with empirical insights for smarter long-term master planning and logistics.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57616" y="2148840"/>
            <a:ext cx="914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Park &amp; Go  |  Strategic Partnership Proposal — Smart Village, Egypt              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3108960" cy="329184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03. 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Park &amp; Go Concept</a:t>
            </a:r>
          </a:p>
          <a:p>
            <a:pPr>
              <a:defRPr sz="1350">
                <a:solidFill>
                  <a:srgbClr val="94A3B8"/>
                </a:solidFill>
                <a:latin typeface="Calibri"/>
              </a:defRPr>
            </a:pPr>
            <a:r>
              <a:t>A sophisticated digital layer designed to seamlessly coordinate parking across high-profile commercial ecosystems.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10728655" cy="105156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CORE VALUE PROPOSITION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Park &amp; Go serves as an intelligent software-driven layer that bridges property managers, corporate tenants, and visiting motorists—transforming static parking infrastructure into a coordinated, customer-centric digital amenity.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3364992" cy="274320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FOR EMPLOYEES &amp; VISITORS</a:t>
            </a:r>
          </a:p>
          <a:p>
            <a:pPr>
              <a:defRPr sz="1550" b="1">
                <a:solidFill>
                  <a:srgbClr val="FFFFFF"/>
                </a:solidFill>
              </a:defRPr>
            </a:pPr>
            <a:r>
              <a:t>Frictionless Corporate Access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Enables pre-arrival coordination and streamlined campus entry. Eliminates manual verification delays, ensuring that executive guests and workforce arrive calmly and on schedule.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3291840"/>
            <a:ext cx="3364992" cy="274320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FOR CAMPUS OPERATIONS</a:t>
            </a:r>
          </a:p>
          <a:p>
            <a:pPr>
              <a:defRPr sz="1550" b="1">
                <a:solidFill>
                  <a:srgbClr val="FFFFFF"/>
                </a:solidFill>
              </a:defRPr>
            </a:pPr>
            <a:r>
              <a:t>Intelligent Space Orchestration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Dynamically guides incoming vehicular flow to available zones without operational friction. Balances campus density across multi-level and surface lots effortlessly.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3291840"/>
            <a:ext cx="3364992" cy="274320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FOR SMART VILLAGE MANAGEMENT</a:t>
            </a:r>
          </a:p>
          <a:p>
            <a:pPr>
              <a:defRPr sz="1550" b="1">
                <a:solidFill>
                  <a:srgbClr val="FFFFFF"/>
                </a:solidFill>
              </a:defRPr>
            </a:pPr>
            <a:r>
              <a:t>Executive Intelligence Dashboard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Provides high-level, aggregate operational reporting on capacity utilization, peak transit windows, and facility dynamics to support strategic asset oversight.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Park &amp; Go  |  Strategic Partnership Proposal — Smart Village, Egypt              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3108960" cy="329184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04. STRATEGIC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Why Smart Village? A Fully Complementary Approach</a:t>
            </a:r>
          </a:p>
          <a:p>
            <a:pPr>
              <a:defRPr sz="1350">
                <a:solidFill>
                  <a:srgbClr val="94A3B8"/>
                </a:solidFill>
                <a:latin typeface="Calibri"/>
              </a:defRPr>
            </a:pPr>
            <a:r>
              <a:t>Engineered to enhance campus operations without changing tenants' allocated parking spaces.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10728655" cy="7772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FOUNDATIONAL PRINCIPLE: 100% PRESERVATION OF TENANT ALLOCATIONS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Our proposed model operates strictly alongside Smart Village's existing commercial leasing agreements. It does NOT reallocate, reduce, or alter contractual parking spots reserved for corporate tenants.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364992" cy="30175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CONTRACTUAL INTEGRITY</a:t>
            </a:r>
          </a:p>
          <a:p>
            <a:pPr>
              <a:defRPr sz="1550" b="1">
                <a:solidFill>
                  <a:srgbClr val="FFFFFF"/>
                </a:solidFill>
              </a:defRPr>
            </a:pPr>
            <a:r>
              <a:t>Complements Existing Rental Models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Smart Village's core parking revenue originates from corporate long-term leases. Park &amp; Go focuses exclusively on optimizing peripheral, visitor, or unallocated capacity—introducing new value without encroaching on established commitments.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3017520"/>
            <a:ext cx="3364992" cy="30175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TECH LEADERSHIP</a:t>
            </a:r>
          </a:p>
          <a:p>
            <a:pPr>
              <a:defRPr sz="1550" b="1">
                <a:solidFill>
                  <a:srgbClr val="FFFFFF"/>
                </a:solidFill>
              </a:defRPr>
            </a:pPr>
            <a:r>
              <a:t>Matches Smart Village's DNA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As Egypt's premier hub for technology and multinational enterprises, Smart Village is the natural home for forward-looking smart mobility solutions. Adopting digital parking aligns directly with the campus's modern identity.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3017520"/>
            <a:ext cx="3364992" cy="30175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ZERO FRICTION</a:t>
            </a:r>
          </a:p>
          <a:p>
            <a:pPr>
              <a:defRPr sz="1550" b="1">
                <a:solidFill>
                  <a:srgbClr val="FFFFFF"/>
                </a:solidFill>
              </a:defRPr>
            </a:pPr>
            <a:r>
              <a:t>Non-Intrusive, Phased Rollout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Designed to integrate smoothly with existing security standards and entry protocols. Implementation can begin on a targeted, low-profile scale to ensure complete management comfort before broader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Park &amp; Go  |  Strategic Partnership Proposal — Smart Village, Egypt              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3108960" cy="329184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05. MUTUAL VALUE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Partnership Benefits for Smart Village</a:t>
            </a:r>
          </a:p>
          <a:p>
            <a:pPr>
              <a:defRPr sz="1350">
                <a:solidFill>
                  <a:srgbClr val="94A3B8"/>
                </a:solidFill>
                <a:latin typeface="Calibri"/>
              </a:defRPr>
            </a:pPr>
            <a:r>
              <a:t>A strategic collaboration structured to deliver commercial, operational, and reputational upside.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1874519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BENEFIT 01  •  COMMERCIAL VALUE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Potential Incremental Recurring Revenue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Opportunity to unlock additional recurring returns from commercial visitor parking and event overflow, monetizing spaces during off-peak hours without operational capital expense.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103120"/>
            <a:ext cx="5212080" cy="1874519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BENEFIT 02  •  SERVICE ENHANCEMENT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Premium Digital Amenities for Tenants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Equip tenant corporations with modern parking coordination capabilities, elevating tenant satisfaction, boosting lease renewal retention, and attracting prospective multinational tenants.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39"/>
            <a:ext cx="5212080" cy="1874519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BENEFIT 03  •  OPERATIONAL EFFICIENCY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Reduced Campus Congestion &amp; Friction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Mitigate morning queue backups at main access security gates through coordinated arrivals, resulting in smoother campus traffic flow and less strain on on-site security personnel.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4206239"/>
            <a:ext cx="5212080" cy="1874519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BENEFIT 04  •  ESG &amp; SUSTAINABILITY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Environmental &amp; Sustainability Impact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Significantly decreases intra-campus vehicle idling and carbon emissions, directly contributing to Smart Village's environmental sustainability benchmarks and corporate green image.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Park &amp; Go  |  Strategic Partnership Proposal — Smart Village, Egypt               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3108960" cy="329184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06.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Let's Collaborate</a:t>
            </a:r>
          </a:p>
          <a:p>
            <a:pPr>
              <a:defRPr sz="1350">
                <a:solidFill>
                  <a:srgbClr val="94A3B8"/>
                </a:solidFill>
                <a:latin typeface="Calibri"/>
              </a:defRPr>
            </a:pPr>
            <a:r>
              <a:t>A structured, low-risk path forward to evaluate mutual synergies.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364992" cy="201168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STEP 1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Exploratory Discussion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A brief meeting with Smart Village leadership to share perspectives, understand current operational priorities, and identify candidate areas of synergy.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2057400"/>
            <a:ext cx="3364992" cy="20116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STEP 2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Targeted Pilot Project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Explore a limited, low-risk proof-of-concept in a designated visitor or event zone to empirically evaluate performance and tenant reception.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2057400"/>
            <a:ext cx="3364992" cy="201168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STEP 3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Collaborative Terms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Jointly structure commercial terms, operational boundaries, and mutual milestones designed specifically to match Smart Village's governance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10728655" cy="17830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"Together, we can unlock new value from existing parking infrastructure."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Park &amp; Go  •  Founded by Loay Khaled  •  Cairo &amp; Alexandria, Egypt</a:t>
            </a:r>
            <a:br/>
            <a:r>
              <a:t>Email: Loay_khaled6@yahoo.com  |  Phone: +20 115 150 7298  |  Web: parkandgo-woad.vercel.app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Park &amp; Go  |  Strategic Partnership Proposal — Smart Village, Egypt              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